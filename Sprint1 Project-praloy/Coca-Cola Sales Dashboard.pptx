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8" r:id="rId5"/>
    <p:sldId id="311" r:id="rId6"/>
    <p:sldId id="314" r:id="rId7"/>
    <p:sldId id="315" r:id="rId8"/>
    <p:sldId id="316" r:id="rId9"/>
    <p:sldId id="31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62E70F7-1FD0-4DB5-83B3-4496A04FE249}">
          <p14:sldIdLst>
            <p14:sldId id="268"/>
            <p14:sldId id="311"/>
            <p14:sldId id="314"/>
            <p14:sldId id="315"/>
            <p14:sldId id="316"/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1" d="100"/>
          <a:sy n="7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>
            <a:normAutofit/>
          </a:bodyPr>
          <a:lstStyle/>
          <a:p>
            <a:r>
              <a:rPr lang="en-IN" sz="5400" b="1" dirty="0"/>
              <a:t>Coca-Cola Sales Dashboard</a:t>
            </a:r>
            <a:endParaRPr lang="en-US" sz="5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 lnSpcReduction="10000"/>
          </a:bodyPr>
          <a:lstStyle/>
          <a:p>
            <a:r>
              <a:rPr lang="en-IN" dirty="0"/>
              <a:t>Power BI Project</a:t>
            </a:r>
          </a:p>
          <a:p>
            <a:r>
              <a:rPr lang="en-I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Prepared by: </a:t>
            </a:r>
            <a:r>
              <a:rPr lang="en-IN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praloy</a:t>
            </a:r>
            <a:r>
              <a:rPr lang="en-I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sen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CE75E5F-8918-C7E3-5F02-FBB378E482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9000"/>
          </a:blip>
          <a:stretch>
            <a:fillRect/>
          </a:stretch>
        </p:blipFill>
        <p:spPr>
          <a:xfrm rot="16200000">
            <a:off x="6445344" y="1111341"/>
            <a:ext cx="6857997" cy="46353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FA6E3F-BD76-1A67-3959-FC9C4E8EDC4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0" y="0"/>
            <a:ext cx="75566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E29B5-4B19-728E-B36A-B8170FFD8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9B81D-21DA-7B43-3A3A-1818EB295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Designed and developed an interactive Coca-Cola Sales Dashboard in Power BI to </a:t>
            </a:r>
            <a:r>
              <a:rPr lang="en-IN" sz="2800" dirty="0" err="1"/>
              <a:t>analyze</a:t>
            </a:r>
            <a:r>
              <a:rPr lang="en-IN" sz="2800" dirty="0"/>
              <a:t> sales performance, monitor key business metrics, and provide insights through dynamic visualizations and filters.</a:t>
            </a:r>
          </a:p>
          <a:p>
            <a:r>
              <a:rPr lang="en-IN" sz="2800" dirty="0"/>
              <a:t>Sources: Excel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82AC59-16CE-F903-03F6-85ED11DFD89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327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782AF-3D5A-EB35-3694-4716BFF5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AB9007-2337-33AE-034C-9CD2BDA57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4" y="152133"/>
            <a:ext cx="8896574" cy="1098444"/>
          </a:xfrm>
        </p:spPr>
        <p:txBody>
          <a:bodyPr>
            <a:normAutofit/>
          </a:bodyPr>
          <a:lstStyle/>
          <a:p>
            <a:r>
              <a:rPr lang="en-IN" sz="3600" dirty="0"/>
              <a:t>Steps Followed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F5ACF8A-CD42-0012-659B-B1A5210DD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98495"/>
            <a:ext cx="10058400" cy="447059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Added a </a:t>
            </a:r>
            <a:r>
              <a:rPr lang="en-IN" b="1" dirty="0"/>
              <a:t>red-</a:t>
            </a:r>
            <a:r>
              <a:rPr lang="en-IN" b="1" dirty="0" err="1"/>
              <a:t>colored</a:t>
            </a:r>
            <a:r>
              <a:rPr lang="en-IN" b="1" dirty="0"/>
              <a:t> header shape</a:t>
            </a:r>
            <a:r>
              <a:rPr lang="en-IN" dirty="0"/>
              <a:t> and created the dashboard title </a:t>
            </a:r>
            <a:r>
              <a:rPr lang="en-IN" b="1" dirty="0"/>
              <a:t>“Coca-Cola Sales Dashboard”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Created the following KPI measures using DAX formulas: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Total Sales = Sum of Sales Amount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Units Sold = Sum of Units Sold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Average Price per Unit = Average of Price per Unit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Average Margin = Average Margin Value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AA68B6-78B2-7A0E-9627-60B2A1808E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050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D5B71-AB13-89D9-18E9-B3E8D52D3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1123DB-25D5-0D5C-1E04-86AEF6C53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4" y="152133"/>
            <a:ext cx="8896574" cy="1098444"/>
          </a:xfrm>
        </p:spPr>
        <p:txBody>
          <a:bodyPr>
            <a:normAutofit/>
          </a:bodyPr>
          <a:lstStyle/>
          <a:p>
            <a:r>
              <a:rPr lang="en-IN" sz="3600" dirty="0"/>
              <a:t>Steps Followed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6993E34-E54E-A782-17DC-22E5A128B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98495"/>
            <a:ext cx="10058400" cy="447059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Added KPI cards to display the calculated measures for quick business insights.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Created a Line Chart to </a:t>
            </a:r>
            <a:r>
              <a:rPr lang="en-IN" dirty="0" err="1"/>
              <a:t>analyze</a:t>
            </a:r>
            <a:r>
              <a:rPr lang="en-IN" dirty="0"/>
              <a:t> monthly sales trends: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X-Axis: Invoice Date (Month)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Y-Axis: Total Sales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Added visualization charts: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Sales by Region (Bar Chart)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Top States by Sales (Bar Chart)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Sales by Retailer (Column Chart)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Sales by Beverage Brand (Donut Chart)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6DFA9C-BA48-B3F9-5808-ECA15F9A8A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0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1931D-D0EC-DC37-F35F-11E7EEE6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83468FF-2E75-D9F3-DA0B-FB0BBD3F4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4" y="152133"/>
            <a:ext cx="8896574" cy="1098444"/>
          </a:xfrm>
        </p:spPr>
        <p:txBody>
          <a:bodyPr>
            <a:normAutofit/>
          </a:bodyPr>
          <a:lstStyle/>
          <a:p>
            <a:r>
              <a:rPr lang="en-IN" sz="3600" dirty="0"/>
              <a:t>Steps Followed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B72C62-D678-236B-3C15-CE46D53BD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98495"/>
            <a:ext cx="10058400" cy="447059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Added interactive slicers </a:t>
            </a:r>
            <a:r>
              <a:rPr lang="en-IN" dirty="0" err="1"/>
              <a:t>for:Created</a:t>
            </a:r>
            <a:r>
              <a:rPr lang="en-IN" dirty="0"/>
              <a:t> a Line Chart to </a:t>
            </a:r>
            <a:r>
              <a:rPr lang="en-IN" dirty="0" err="1"/>
              <a:t>analyze</a:t>
            </a:r>
            <a:r>
              <a:rPr lang="en-IN" dirty="0"/>
              <a:t> monthly sales trends: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Region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Retailer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Beverage Brand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Delivery Company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Invoice Date (Date Range Slicer)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Applied formatting, </a:t>
            </a:r>
            <a:r>
              <a:rPr lang="en-IN" dirty="0" err="1"/>
              <a:t>color</a:t>
            </a:r>
            <a:r>
              <a:rPr lang="en-IN" dirty="0"/>
              <a:t> themes, labels, and layout design to improve dashboard appearance and user experience.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58FC7C-A73E-34B1-35D0-D90021058CC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841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CB32-901A-4DA0-AA8A-9A7B5A88B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Project Outcome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91D4DC-F7E2-C45B-C2ED-BB63E0A7C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dashboard enables users to monitor sales performance, track monthly sales trends, compare sales across regions, states, retailers, and brands, and filter data dynamically for better decision-making.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072D48-E4C5-8863-BF30-F412E7ABDC9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46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2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{4A12EF93-34AD-48FC-914D-832EAD9A3620}TF427093bb-7ddc-497b-80f4-fe945bcee621ff7241c0_win32-add2936a5c77</Template>
  <TotalTime>58</TotalTime>
  <Words>258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Bookman Old Style</vt:lpstr>
      <vt:lpstr>Calibri</vt:lpstr>
      <vt:lpstr>Franklin Gothic Book</vt:lpstr>
      <vt:lpstr>Wingdings</vt:lpstr>
      <vt:lpstr>1_RetrospectVTI</vt:lpstr>
      <vt:lpstr>Coca-Cola Sales Dashboard</vt:lpstr>
      <vt:lpstr>Project Overview:</vt:lpstr>
      <vt:lpstr>Steps Followed</vt:lpstr>
      <vt:lpstr>Steps Followed</vt:lpstr>
      <vt:lpstr>Steps Followed</vt:lpstr>
      <vt:lpstr>Project Outcome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 Encore</dc:creator>
  <cp:lastModifiedBy>Mr Encore</cp:lastModifiedBy>
  <cp:revision>9</cp:revision>
  <dcterms:created xsi:type="dcterms:W3CDTF">2026-06-19T16:53:58Z</dcterms:created>
  <dcterms:modified xsi:type="dcterms:W3CDTF">2026-06-25T04:12:34Z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